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36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D2C2C"/>
                </a:solidFill>
                <a:latin typeface="メイリオ"/>
              </a:rPr>
              <a:t>スーパーサンプラザ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468000"/>
            <a:ext cx="7200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6B6B"/>
                </a:solidFill>
                <a:latin typeface="メイリオ"/>
              </a:rPr>
              <a:t>ひだまり通信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396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6B6B"/>
                </a:solidFill>
                <a:latin typeface="メイリオ"/>
              </a:rPr>
              <a:t>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0000" y="396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6B6B"/>
                </a:solidFill>
                <a:latin typeface="メイリオ"/>
              </a:rPr>
              <a:t>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8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8E53"/>
                </a:solidFill>
                <a:latin typeface="メイリオ"/>
              </a:rPr>
              <a:t>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8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8E53"/>
                </a:solidFill>
                <a:latin typeface="メイリオ"/>
              </a:rPr>
              <a:t>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000" y="1296000"/>
            <a:ext cx="2880000" cy="36000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000" y="1314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</a:rPr>
              <a:t>創刊号  Vol.1  ✦  2026年6月号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28000"/>
            <a:ext cx="68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D2C2C"/>
                </a:solidFill>
                <a:latin typeface="メイリオ"/>
              </a:rPr>
              <a:t>～ 働くみんなの、笑顔をつなぐ社内報 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052000"/>
            <a:ext cx="6696000" cy="414000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000" y="2124000"/>
            <a:ext cx="6480000" cy="216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3024000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A7A7A"/>
                </a:solidFill>
                <a:latin typeface="メイリオ"/>
              </a:rPr>
              <a:t>📷 表紙メインビジュアル（従業員集合写真・ひまわり畑など）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356000"/>
            <a:ext cx="64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D93D"/>
                </a:solidFill>
                <a:latin typeface="メイリオ"/>
              </a:rPr>
              <a:t>🌻  🌼  ☀  🌸  🌻  🌼  ☀  🌸  🌻</a:t>
            </a:r>
          </a:p>
          <a:p>
            <a:pPr algn="ctr"/>
            <a:r>
              <a:rPr sz="1200" b="1">
                <a:solidFill>
                  <a:srgbClr val="FF6B6B"/>
                </a:solidFill>
                <a:latin typeface="メイリオ"/>
              </a:rPr>
              <a:t>みんなで作る、みんなが主役の社内報です！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6443999"/>
            <a:ext cx="6696000" cy="57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3999" y="6515999"/>
            <a:ext cx="792000" cy="43200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6533999"/>
            <a:ext cx="7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🏔  P.2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6551999"/>
            <a:ext cx="54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2C2C"/>
                </a:solidFill>
                <a:latin typeface="メイリオ"/>
              </a:rPr>
              <a:t>職場自慢！堺東駅前店、みんなで葛城山へ登山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7109999"/>
            <a:ext cx="6696000" cy="57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3999" y="7181999"/>
            <a:ext cx="792000" cy="432000"/>
          </a:xfrm>
          <a:prstGeom prst="roundRect">
            <a:avLst>
              <a:gd name="adj" fmla="val 5000"/>
            </a:avLst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99" y="7199999"/>
            <a:ext cx="7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🍲  P.3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000" y="7217999"/>
            <a:ext cx="54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2C2C"/>
                </a:solidFill>
                <a:latin typeface="メイリオ"/>
              </a:rPr>
              <a:t>唐揚げde親子丼♪ アレンジレシピ＆郷土料理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7775999"/>
            <a:ext cx="6696000" cy="57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3999" y="7847999"/>
            <a:ext cx="792000" cy="432000"/>
          </a:xfrm>
          <a:prstGeom prst="roundRect">
            <a:avLst>
              <a:gd name="adj" fmla="val 5000"/>
            </a:avLst>
          </a:prstGeom>
          <a:solidFill>
            <a:srgbClr val="F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999" y="7865999"/>
            <a:ext cx="7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💡  P.4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0" y="7883999"/>
            <a:ext cx="54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2C2C"/>
                </a:solidFill>
                <a:latin typeface="メイリオ"/>
              </a:rPr>
              <a:t>得する生活の知恵 ＆ 今月のお誕生日スタッフ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10008000"/>
            <a:ext cx="7560000" cy="684000"/>
          </a:xfrm>
          <a:prstGeom prst="rect">
            <a:avLst/>
          </a:prstGeom>
          <a:solidFill>
            <a:srgbClr val="3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000" y="10044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メイリオ"/>
              </a:rPr>
              <a:t>編集：サンプラザ 社内報編集部　　投稿・問い合わせ：総務部まで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00" y="10332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D93D"/>
                </a:solidFill>
                <a:latin typeface="メイリオ"/>
              </a:rPr>
              <a:t>✿ 毎月1日発行 ✿  投稿大歓迎！ぜひ参加してください 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324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サンプラザ ひだまり通信  創刊号 2026年6月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1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メイリオ"/>
              </a:rPr>
              <a:t>P.2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396000"/>
            <a:ext cx="6983999" cy="36000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414000"/>
            <a:ext cx="67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</a:rPr>
              <a:t>🏆  〇〇店の職場自慢！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827999"/>
            <a:ext cx="6983999" cy="270000"/>
          </a:xfrm>
          <a:prstGeom prst="roundRect">
            <a:avLst>
              <a:gd name="adj" fmla="val 5000"/>
            </a:avLst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835200"/>
            <a:ext cx="698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メイリオ"/>
              </a:rPr>
              <a:t>今月の特集 ▶  堺東駅前店「全員で葛城山ハイキング！」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152000"/>
            <a:ext cx="3311999" cy="198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1962000"/>
            <a:ext cx="3311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A7A7A"/>
                </a:solidFill>
                <a:latin typeface="メイリオ"/>
              </a:rPr>
              <a:t>📷 登山中の集合写真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4000" y="1152000"/>
            <a:ext cx="3384000" cy="198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4000" y="1962000"/>
            <a:ext cx="338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A7A7A"/>
                </a:solidFill>
                <a:latin typeface="メイリオ"/>
              </a:rPr>
              <a:t>📷 山頂でのランチ風景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204000"/>
            <a:ext cx="698399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先月の日曜日、堺東駅前店のスタッフ22名が大阪・奈良の県境にそびえる葛城山（標高959m）へ日帰りハイキングに出かけました！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早朝7時に近鉄・富田林駅に集合。ロープウェイを使わず登山道を徒歩で挑戦し、約2時間かけて山頂へ。途中、入社3年目のパートの荒木さん（67歳）が「山歩きは10年来の趣味！」と若手スタッフを次々と抜き去る場面に一同大爆笑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山頂では各自が持ち寄ったお弁当でランチタイム。副店長の村田さんが「実はアウトドア料理が得意」と手作りのおにぎり20個を振る舞い、大好評でした。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下山後は富田林駅近くの居酒屋で打ち上げ。「次は金剛山に挑戦しよう！」と早くも次回の計画が持ち上がっています。店長・西川さん談：「普段話せないスタッフ同士が仲よくなれる最高の機会でした。来年も必ず行きます！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5220000"/>
            <a:ext cx="6983999" cy="180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00" y="5292000"/>
            <a:ext cx="6983999" cy="360000"/>
          </a:xfrm>
          <a:prstGeom prst="roundRect">
            <a:avLst>
              <a:gd name="adj" fmla="val 5000"/>
            </a:avLst>
          </a:prstGeom>
          <a:solidFill>
            <a:srgbClr val="F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5310000"/>
            <a:ext cx="67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</a:rPr>
              <a:t>💬  わたしの独り言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00" y="5724000"/>
            <a:ext cx="6983999" cy="251999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5731200"/>
            <a:ext cx="6983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E53"/>
                </a:solidFill>
                <a:latin typeface="メイリオ"/>
              </a:rPr>
              <a:t>三日市駅前店  青山 恵子さん（パート歴11年）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0000" y="6048000"/>
            <a:ext cx="2052000" cy="162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0000" y="6678000"/>
            <a:ext cx="205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A7A7A"/>
                </a:solidFill>
                <a:latin typeface="メイリオ"/>
              </a:rPr>
              <a:t>📷 青山さんの写真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00" y="6048000"/>
            <a:ext cx="4788000" cy="1980000"/>
          </a:xfrm>
          <a:prstGeom prst="roundRect">
            <a:avLst>
              <a:gd name="adj" fmla="val 5000"/>
            </a:avLst>
          </a:prstGeom>
          <a:solidFill>
            <a:srgbClr val="FF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6120000"/>
            <a:ext cx="468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うちのお店に、もう10年以上毎朝いらっしゃるお客様がいます。いつも必ず「お茶漬けのり」と「わかめスープ」を買って帰られるんです。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先日、そのお客様が珍しそうにお惣菜コーナーを眺めていたので声をかけると、「今日は家内の誕生日なんや。何か喜ぶもんないかな」とはにかんでおられました。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一緒に選んで、プリンとちょっと豪華なお刺身をカゴに入れたら、「ラッピングしてもらえますか」と。そのひとことに、ジーンとしてしまいました。長年連れ添った奥様を大切にされている姿が、なんだかとっても素敵で……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小さなお買い物の中にも、こんな温かい物語があるんだなと、改めてこの仕事が好きになりました。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10440000"/>
            <a:ext cx="7560000" cy="251999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1045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D2C2C"/>
                </a:solidFill>
                <a:latin typeface="メイリオ"/>
              </a:rPr>
              <a:t>✿  あなたのエピソードも投稿してください！編集部一同お待ちしています  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3240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サンプラザ ひだまり通信  創刊号 2026年6月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1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メイリオ"/>
              </a:rPr>
              <a:t>P.3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396000"/>
            <a:ext cx="6983999" cy="360000"/>
          </a:xfrm>
          <a:prstGeom prst="roundRect">
            <a:avLst>
              <a:gd name="adj" fmla="val 5000"/>
            </a:avLst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414000"/>
            <a:ext cx="67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</a:rPr>
              <a:t>🍳  サンプラザ商品でアレンジレシピ！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827999"/>
            <a:ext cx="6983999" cy="251999"/>
          </a:xfrm>
          <a:prstGeom prst="roundRect">
            <a:avLst>
              <a:gd name="adj" fmla="val 5000"/>
            </a:avLst>
          </a:prstGeom>
          <a:solidFill>
            <a:srgbClr val="D6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838800"/>
            <a:ext cx="6983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CB77"/>
                </a:solidFill>
                <a:latin typeface="メイリオ"/>
              </a:rPr>
              <a:t>使用商品 ▶  サンプラザ お惣菜「鶏の唐揚げ（にんにく醤油）」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152000"/>
            <a:ext cx="698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2C2C"/>
                </a:solidFill>
                <a:latin typeface="メイリオ"/>
              </a:rPr>
              <a:t>唐揚げで作る！ふわとろ親子丼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404000"/>
            <a:ext cx="6983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A7A7A"/>
                </a:solidFill>
                <a:latin typeface="メイリオ"/>
              </a:rPr>
              <a:t>　〜 時短！買ってきた唐揚げがごちそう丼に変身 〜  （2人分・調理時間10分）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0" y="1620000"/>
            <a:ext cx="2951999" cy="198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0" y="2430000"/>
            <a:ext cx="2951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A7A7A"/>
                </a:solidFill>
                <a:latin typeface="メイリオ"/>
              </a:rPr>
              <a:t>📷 完成写真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00" y="1620000"/>
            <a:ext cx="3888000" cy="1980000"/>
          </a:xfrm>
          <a:prstGeom prst="roundRect">
            <a:avLst>
              <a:gd name="adj" fmla="val 5000"/>
            </a:avLst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000" y="1692000"/>
            <a:ext cx="367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D2C2C"/>
                </a:solidFill>
                <a:latin typeface="メイリオ"/>
              </a:rPr>
              <a:t>【材料（2人分）】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・唐揚げ（サンプラザ惣菜）  8個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・卵                       3個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・玉ねぎ（小）             1/2個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・だし汁                   150ml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・みりん                   大さじ2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・醤油                     大さじ1.5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・砂糖                     小さじ1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・ご飯                     2膳分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・三つ葉（お好みで）        少々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3671999"/>
            <a:ext cx="6983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D2C2C"/>
                </a:solidFill>
                <a:latin typeface="メイリオ"/>
              </a:rPr>
              <a:t>【作り方】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① 玉ねぎを薄切りにする。だし汁・みりん・醤油・砂糖を合わせておく。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② 小鍋に合わせ調味料と玉ねぎを入れて中火で2分煮る。玉ねぎが透き通ったら唐揚げを入れてさらに1分。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③ 溶き卵を回し入れ、半熟になったら火を止めてふたをして30秒蒸らす。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④ 丼にご飯をよそい、③をのせて完成！お好みで三つ葉を散らして。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💡 コツ：卵は2回に分けて入れると、外はとろとろ・中はふんわり仕上がります。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💡 唐揚げは電子レンジで軽く温めるとさらにジューシーに！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5220000"/>
            <a:ext cx="6983999" cy="180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000" y="5292000"/>
            <a:ext cx="6983999" cy="360000"/>
          </a:xfrm>
          <a:prstGeom prst="roundRect">
            <a:avLst>
              <a:gd name="adj" fmla="val 5000"/>
            </a:avLst>
          </a:prstGeom>
          <a:solidFill>
            <a:srgbClr val="C0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000" y="5310000"/>
            <a:ext cx="67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</a:rPr>
              <a:t>🗾  地方出身スタッフの郷土料理レシピ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" y="5724000"/>
            <a:ext cx="6983999" cy="251999"/>
          </a:xfrm>
          <a:prstGeom prst="roundRect">
            <a:avLst>
              <a:gd name="adj" fmla="val 5000"/>
            </a:avLst>
          </a:prstGeom>
          <a:solidFill>
            <a:srgbClr val="EE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5731200"/>
            <a:ext cx="6983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83FF"/>
                </a:solidFill>
                <a:latin typeface="メイリオ"/>
              </a:rPr>
              <a:t>青森県弘前市ご出身  ▶  古市南店  佐藤 由紀さん（正社員・勤続8年）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" y="6048000"/>
            <a:ext cx="698399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2C2C"/>
                </a:solidFill>
                <a:latin typeface="メイリオ"/>
              </a:rPr>
              <a:t>青森県の郷土料理「いちご煮」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6318000"/>
            <a:ext cx="6983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メイリオ"/>
              </a:rPr>
              <a:t>　ウニとアワビが入った潮汁。名の由来は、ウニの黄色が野いちごに似ているから。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6588000"/>
            <a:ext cx="2448000" cy="172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00" y="7272000"/>
            <a:ext cx="244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A7A7A"/>
                </a:solidFill>
                <a:latin typeface="メイリオ"/>
              </a:rPr>
              <a:t>📷 いちご煮の写真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0" y="6588000"/>
            <a:ext cx="439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2C2C"/>
                </a:solidFill>
                <a:latin typeface="メイリオ"/>
              </a:rPr>
              <a:t>【材料（4人分）】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・ウニ（塩水ウニ）  60g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・アワビ           1個（薄切り）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・昆布だし          600ml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・酒               大さじ2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・塩               小さじ3/4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・薄口醤油         小さじ1/2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【作り方】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① アワビは塩でもみ洗いし薄切りに。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② だし汁と酒を鍋で温め、アワビを入れて弱火で3分。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③ 塩・醤油で味を調え、最後にウニを入れてひと煮立ち。</a:t>
            </a:r>
          </a:p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④ 椀に盛り、三つ葉を添えて完成。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00" y="8388000"/>
            <a:ext cx="6983999" cy="468000"/>
          </a:xfrm>
          <a:prstGeom prst="roundRect">
            <a:avLst>
              <a:gd name="adj" fmla="val 5000"/>
            </a:avLst>
          </a:prstGeom>
          <a:solidFill>
            <a:srgbClr val="EE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000" y="8424000"/>
            <a:ext cx="67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佐藤さんのひとこと 💜  「お盆や年越しには必ずこれ！大阪に来てからも、ふるさとの味が恋しくて毎年作ります。ウニが苦手な方は少なめでも大丈夫。だしの香りだけで心が温まりますよ。」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10440000"/>
            <a:ext cx="7560000" cy="251999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000" y="1045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メイリオ"/>
              </a:rPr>
              <a:t>✿  あなたの故郷の味を教えてください！「郷土料理レシピ」随時募集中  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324000"/>
          </a:xfrm>
          <a:prstGeom prst="rect">
            <a:avLst/>
          </a:prstGeom>
          <a:solidFill>
            <a:srgbClr val="F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メイリオ"/>
              </a:rPr>
              <a:t>サンプラザ ひだまり通信  創刊号 2026年6月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0" y="1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メイリオ"/>
              </a:rPr>
              <a:t>P.4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396000"/>
            <a:ext cx="6983999" cy="360000"/>
          </a:xfrm>
          <a:prstGeom prst="roundRect">
            <a:avLst>
              <a:gd name="adj" fmla="val 5000"/>
            </a:avLst>
          </a:prstGeom>
          <a:solidFill>
            <a:srgbClr val="F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414000"/>
            <a:ext cx="67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</a:rPr>
              <a:t>💡  ちょこっと得する生活の知恵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827999"/>
            <a:ext cx="2196000" cy="1512000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86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E53"/>
                </a:solidFill>
                <a:latin typeface="メイリオ"/>
              </a:rPr>
              <a:t>🥒 きゅうりのあく抜き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152000"/>
            <a:ext cx="205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きゅうりのヘタを切り口に当て、クルクル回すと白い泡が出てきます。これが苦みの原因！1分ほど続けると苦みが取れてよりおいしくなります。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8000" y="827999"/>
            <a:ext cx="2196000" cy="1512000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0" y="86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E53"/>
                </a:solidFill>
                <a:latin typeface="メイリオ"/>
              </a:rPr>
              <a:t>🍌 バナナで即席アイス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1152000"/>
            <a:ext cx="205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熟したバナナを輪切りにして冷凍庫へ。凍ったままミキサーにかけるだけでクリーミーなアイスの完成！砂糖ゼロでヘルシー♪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000" y="827999"/>
            <a:ext cx="2196000" cy="1512000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0000" y="864000"/>
            <a:ext cx="20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E53"/>
                </a:solidFill>
                <a:latin typeface="メイリオ"/>
              </a:rPr>
              <a:t>🌿 お米のとぎ汁を活用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0" y="1152000"/>
            <a:ext cx="205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D2C2C"/>
                </a:solidFill>
                <a:latin typeface="メイリオ"/>
              </a:rPr>
              <a:t>お米のとぎ汁は植物への水やりに最適！栄養豊富で植物が元気に育ちます。観葉植物や家庭菜園にどうぞ。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2448000"/>
            <a:ext cx="6983999" cy="180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000" y="2520000"/>
            <a:ext cx="6983999" cy="360000"/>
          </a:xfrm>
          <a:prstGeom prst="roundRect">
            <a:avLst>
              <a:gd name="adj" fmla="val 5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000" y="2538000"/>
            <a:ext cx="67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D2C2C"/>
                </a:solidFill>
                <a:latin typeface="メイリオ"/>
              </a:rPr>
              <a:t>今月のお誕生日スタッフ 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" y="2951999"/>
            <a:ext cx="2196000" cy="503999"/>
          </a:xfrm>
          <a:prstGeom prst="roundRect">
            <a:avLst>
              <a:gd name="adj" fmla="val 5000"/>
            </a:avLst>
          </a:prstGeom>
          <a:solidFill>
            <a:srgbClr val="FF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2969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2C2C"/>
                </a:solidFill>
                <a:latin typeface="メイリオ"/>
              </a:rPr>
              <a:t>🎂  山田 花子さん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3167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7A7A"/>
                </a:solidFill>
                <a:latin typeface="メイリオ"/>
              </a:rPr>
              <a:t>堺東駅前店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28000" y="2951999"/>
            <a:ext cx="2196000" cy="503999"/>
          </a:xfrm>
          <a:prstGeom prst="roundRect">
            <a:avLst>
              <a:gd name="adj" fmla="val 5000"/>
            </a:avLst>
          </a:prstGeom>
          <a:solidFill>
            <a:srgbClr val="FF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0000" y="2969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2C2C"/>
                </a:solidFill>
                <a:latin typeface="メイリオ"/>
              </a:rPr>
              <a:t>🎂  田中 美穂さん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0" y="3167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7A7A"/>
                </a:solidFill>
                <a:latin typeface="メイリオ"/>
              </a:rPr>
              <a:t>古市南店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68000" y="2951999"/>
            <a:ext cx="2196000" cy="503999"/>
          </a:xfrm>
          <a:prstGeom prst="roundRect">
            <a:avLst>
              <a:gd name="adj" fmla="val 5000"/>
            </a:avLst>
          </a:prstGeom>
          <a:solidFill>
            <a:srgbClr val="FF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0000" y="2969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2C2C"/>
                </a:solidFill>
                <a:latin typeface="メイリオ"/>
              </a:rPr>
              <a:t>🎂  中村 幸恵さん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0000" y="3167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7A7A"/>
                </a:solidFill>
                <a:latin typeface="メイリオ"/>
              </a:rPr>
              <a:t>三日市駅前店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00" y="3527999"/>
            <a:ext cx="2196000" cy="503999"/>
          </a:xfrm>
          <a:prstGeom prst="roundRect">
            <a:avLst>
              <a:gd name="adj" fmla="val 5000"/>
            </a:avLst>
          </a:prstGeom>
          <a:solidFill>
            <a:srgbClr val="FF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3545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2C2C"/>
                </a:solidFill>
                <a:latin typeface="メイリオ"/>
              </a:rPr>
              <a:t>🎂  鈴木 由美さん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3743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7A7A"/>
                </a:solidFill>
                <a:latin typeface="メイリオ"/>
              </a:rPr>
              <a:t>羽曳が丘店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28000" y="3527999"/>
            <a:ext cx="2196000" cy="503999"/>
          </a:xfrm>
          <a:prstGeom prst="roundRect">
            <a:avLst>
              <a:gd name="adj" fmla="val 5000"/>
            </a:avLst>
          </a:prstGeom>
          <a:solidFill>
            <a:srgbClr val="FF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3545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2C2C"/>
                </a:solidFill>
                <a:latin typeface="メイリオ"/>
              </a:rPr>
              <a:t>🎂  林 久美子さん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3743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7A7A"/>
                </a:solidFill>
                <a:latin typeface="メイリオ"/>
              </a:rPr>
              <a:t>北野田店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68000" y="3527999"/>
            <a:ext cx="2196000" cy="503999"/>
          </a:xfrm>
          <a:prstGeom prst="roundRect">
            <a:avLst>
              <a:gd name="adj" fmla="val 5000"/>
            </a:avLst>
          </a:prstGeom>
          <a:solidFill>
            <a:srgbClr val="FF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0000" y="3545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2C2C"/>
                </a:solidFill>
                <a:latin typeface="メイリオ"/>
              </a:rPr>
              <a:t>🎂  松本 玲子さん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0000" y="3743999"/>
            <a:ext cx="205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7A7A"/>
                </a:solidFill>
                <a:latin typeface="メイリオ"/>
              </a:rPr>
              <a:t>さつき野店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4212000"/>
            <a:ext cx="6983999" cy="180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00" y="4284000"/>
            <a:ext cx="6983999" cy="36000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6000" y="4302000"/>
            <a:ext cx="67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</a:rPr>
              <a:t>📮  投稿募集コーナー &amp; 読者プレゼント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8000" y="4716000"/>
            <a:ext cx="3960000" cy="1872000"/>
          </a:xfrm>
          <a:prstGeom prst="roundRect">
            <a:avLst>
              <a:gd name="adj" fmla="val 5000"/>
            </a:avLst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6000" y="4752000"/>
            <a:ext cx="374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📝 投稿募集中！毎号、みなさんの投稿で作る社内報です。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【募集コーナー】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 ・〇〇店の職場自慢！（エピソード＋写真）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 ・わたしの独り言（お客様とのほっこり話）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 ・アレンジレシピ（サンプラザ商品使用）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 ・郷土料理レシピ（出身地の味を教えて！）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 ・生活の知恵（ちょっと得するTipsなど）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【締め切り】毎月15日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【提出先】各店舗リーダー経由 or 総務部へメール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92000" y="4716000"/>
            <a:ext cx="2880000" cy="1872000"/>
          </a:xfrm>
          <a:prstGeom prst="roundRect">
            <a:avLst>
              <a:gd name="adj" fmla="val 5000"/>
            </a:avLst>
          </a:prstGeom>
          <a:solidFill>
            <a:srgbClr val="FF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0000" y="4752000"/>
            <a:ext cx="266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🎁 読者プレゼント！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投稿が採用されたスタッフに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サンプラザ商品券（500円分）を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プレゼント！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💌 創刊号投稿採用者には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特別に1,000円分贈呈！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たくさんのご投稿、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お待ちしています♪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00" y="6696000"/>
            <a:ext cx="6983999" cy="180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88000" y="6768000"/>
            <a:ext cx="6983999" cy="324000"/>
          </a:xfrm>
          <a:prstGeom prst="roundRect">
            <a:avLst>
              <a:gd name="adj" fmla="val 5000"/>
            </a:avLst>
          </a:prstGeom>
          <a:solidFill>
            <a:srgbClr val="3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6000" y="6786000"/>
            <a:ext cx="676799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メイリオ"/>
              </a:rPr>
              <a:t>✏️  編集後記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8000" y="7163999"/>
            <a:ext cx="5220000" cy="1260000"/>
          </a:xfrm>
          <a:prstGeom prst="roundRect">
            <a:avLst>
              <a:gd name="adj" fmla="val 5000"/>
            </a:avLst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000" y="7200000"/>
            <a:ext cx="5004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ついに「ひだまり通信」創刊号が完成しました！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このお知らせを読んでいるあなたも、きっと誰かのエピソードや笑顔に元気をもらっているはず。社内報を通じて、南大阪の各店舗に散らばる仲間たちとの「つながり」を感じてほしいと思っています。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　次号も、みなさんの投稿でにぎやかに作りましょう！</a:t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/>
            </a:r>
          </a:p>
          <a:p>
            <a:pPr algn="l"/>
            <a:r>
              <a:rPr sz="950" b="0">
                <a:solidFill>
                  <a:srgbClr val="3D2C2C"/>
                </a:solidFill>
                <a:latin typeface="メイリオ"/>
              </a:rPr>
              <a:t>                        （編集部　担当：総務部 河野・中嶋）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52000" y="7163999"/>
            <a:ext cx="1620000" cy="12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52000" y="7163999"/>
            <a:ext cx="1620000" cy="1007999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52000" y="7487998"/>
            <a:ext cx="16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A7A7A"/>
                </a:solidFill>
                <a:latin typeface="メイリオ"/>
              </a:rPr>
              <a:t>📷 QRコード</a:t>
            </a:r>
            <a:br/>
            <a:r>
              <a:t>（投稿フォーム）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2000" y="8208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7A7A7A"/>
                </a:solidFill>
                <a:latin typeface="メイリオ"/>
              </a:rPr>
              <a:t>投稿はこちらから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10008000"/>
            <a:ext cx="7560000" cy="684000"/>
          </a:xfrm>
          <a:prstGeom prst="rect">
            <a:avLst/>
          </a:prstGeom>
          <a:solidFill>
            <a:srgbClr val="3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10044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サンプラザ ひだまり通信  創刊号  発行日：2026年6月1日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000" y="103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D93D"/>
                </a:solidFill>
                <a:latin typeface="メイリオ"/>
              </a:rPr>
              <a:t>発行：株式会社サンプラザ 総務部　〒（本社住所）　TEL：（代表番号）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00" y="990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D93D"/>
                </a:solidFill>
                <a:latin typeface="メイリオ"/>
              </a:rPr>
              <a:t>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0000" y="9828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D93D"/>
                </a:solidFill>
                <a:latin typeface="メイリオ"/>
              </a:rPr>
              <a:t>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0000" y="9828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D93D"/>
                </a:solidFill>
                <a:latin typeface="メイリオ"/>
              </a:rPr>
              <a:t>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0000" y="990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D93D"/>
                </a:solidFill>
                <a:latin typeface="メイリオ"/>
              </a:rPr>
              <a:t>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